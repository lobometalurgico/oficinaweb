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5477d765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d5477d765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d5347b69f4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d5347b69f4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5347b69f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5347b69f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d5347b69f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d5347b69f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5347b69f4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d5347b69f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5347b69f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d5347b69f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d5347b69f4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d5347b69f4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d5347b69f4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d5347b69f4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d5347b69f4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d5347b69f4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5347b69f4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d5347b69f4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d5347b69f4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d5347b69f4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d5347b69f4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d5347b69f4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5347b69f4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d5347b69f4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d5347b69f4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d5347b69f4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d5477d765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d5477d76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5477d76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d5477d76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d5347b69f4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d5347b69f4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PromisePending/PromiseOR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LoboMetalurgico" TargetMode="External"/><Relationship Id="rId4" Type="http://schemas.openxmlformats.org/officeDocument/2006/relationships/hyperlink" Target="https://www.linkedin.com/in/hugoheger/" TargetMode="External"/><Relationship Id="rId5" Type="http://schemas.openxmlformats.org/officeDocument/2006/relationships/hyperlink" Target="https://www.instagram.com/hugoheger" TargetMode="External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Oficina WEB (CRUD)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 Hugo H. L. Heger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Sobre a Oficina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Dividida em 2 Partes: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Parte Teórica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pt-BR"/>
              <a:t>Introdução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pt-BR"/>
              <a:t>Explicação do Código 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Parte Prática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pt-BR"/>
              <a:t>Demonstração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pt-BR"/>
              <a:t>Desafio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veremos?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Conceitos e aplicações do modelo C.R.U.D.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Conceitos e aplicações básicos de uma API RESTFul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Conceitos básicos do Node.JS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Montagem de um sistema Web básico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311700" y="22678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C.R.U.D.?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C.R.U.D.?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 - Create (Criar)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R - Read (Ler)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U - Update (Atualizar)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D - Delete (Excluir)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C.R.U.D.?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CRUD:</a:t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Base para gerenciamento de dados em sistemas.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Usado para construir APIs e interfaces de gerenciamento de dados.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Estrutura comum em bancos de dados relacionais e NoSQL.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Sistemas Web:</a:t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Aplicações de cadastro, como blogs, e-commerces, redes sociais.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APIs RESTful: Facilita a criação de endpoints para operações específicas (ex: /create, /read, etc.).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Administração de Dados: Painéis administrativos, CRMs, ERPs.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Sistemas Desktop e Mobile: Aplicativos que requerem manipulação de dados (notas, listas de tarefas, etc.).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311700" y="22678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uma API?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uma API?</a:t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API (Application Programming Interface), ou Interface de Programação de Aplicações, é um conjunto de regras que permite que diferentes sistemas se comuniquem entre si.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Objetivo: Facilitar a troca de informações e o uso de funcionalidades entre aplicações, como entre um site e um servidor.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Exemplos de uso: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Conectar um aplicativo a um banco de dados.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Permitir que um site mostre dados de redes sociais.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Integrar serviços de pagamento em uma loja online.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311700" y="22678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uma API RESTful?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uma API RESTful?</a:t>
            </a:r>
            <a:endParaRPr/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REST (Representational State Transfer): Estilo arquitetural para comunicação entre sistemas.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API RESTful: Uma API que segue os princípios REST, permitindo interações simples e padronizadas.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Características principais:</a:t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Baseada em HTTP: Usa métodos HTTP (GET, POST, PUT, DELETE).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URLs Simples: Cada recurso tem uma URL única (ex: /usuarios/123).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Sem Estado: Cada requisição é independente e não armazena informações de estado.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Formato de Dados: Geralmente utiliza JSON, que é leve e fácil de interpretar.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Exemplo de Uso: APIs RESTful são comuns em aplicações web e permitem integração entre frontend e backend de forma eficiente.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Exemplo de Uso: APIs RESTful são comuns em aplicações web e permitem integração entre frontend e backend de forma eficiente.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311700" y="22678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Node.js?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Node.js?</a:t>
            </a:r>
            <a:endParaRPr/>
          </a:p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Node.js é um ambiente de execução JavaScript no lado do servidor.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Baseado em V8: Usa o motor JavaScript V8 do Google, rápido e otimizado.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Eventos Assíncronos: Permite lidar com várias requisições ao mesmo tempo sem bloquear o servidor.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Node.js é amplamente utilizado para criar backends de aplicações web, APIs RESTful e aplicações de rede.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Principais Vantagens: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Alta performance para aplicações em tempo real, como chats e streaming.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Leve e Escalável, ideal para APIs e </a:t>
            </a:r>
            <a:r>
              <a:rPr lang="pt-BR"/>
              <a:t>microsserviços</a:t>
            </a:r>
            <a:r>
              <a:rPr lang="pt-BR"/>
              <a:t>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Ecossistema: Milhares de bibliotecas e módulos disponíveis via NPM (Node Package Manager).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type="title"/>
          </p:nvPr>
        </p:nvSpPr>
        <p:spPr>
          <a:xfrm>
            <a:off x="311700" y="22678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Sobre o Projeto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Instalando Dependências:</a:t>
            </a:r>
            <a:endParaRPr/>
          </a:p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1083150" y="1485075"/>
            <a:ext cx="7467600" cy="33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o NPM?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NPM (Node Package Manager): Gerenciador de pacotes padrão para Node.js.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Principais Funcionalidades: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Instalação de Pacotes: Permite adicionar bibliotecas externas, como Express e Body-Parser, com um simples comando.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Gerenciamento de Dependências: Mantém um arquivo package.json que lista todas as dependências do projeto.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Publicação e Compartilhamento: Desenvolvedores podem criar e compartilhar pacotes próprios com a comunidade.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Objetivo: Facilitar a instalação, atualização e gerenciamento de bibliotecas e ferramentas para projetos Node.js.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Bibliotecas utilizadas:</a:t>
            </a:r>
            <a:endParaRPr/>
          </a:p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974550" y="1485100"/>
            <a:ext cx="7684800" cy="34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Express:</a:t>
            </a:r>
            <a:endParaRPr/>
          </a:p>
          <a:p>
            <a:pPr indent="-2863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Framework de servidor web para Node.js.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Facilita a criação de APIs e gerenciamento de rotas.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Oferece uma estrutura leve e flexível, ideal para criar aplicações rápidas e escaláveis.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Body-Parser:</a:t>
            </a:r>
            <a:endParaRPr/>
          </a:p>
          <a:p>
            <a:pPr indent="-2863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Middleware para processar dados enviados em requisições HTTP.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Permite ler dados no formato JSON ou URL-encoded com facilidade.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Muito útil para lidar com formulários e dados enviados pelo cliente.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Cookie-Parser</a:t>
            </a:r>
            <a:endParaRPr/>
          </a:p>
          <a:p>
            <a:pPr indent="-2863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Middleware para analisar cookies em requisições HTTP.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Facilita o acesso e a gestão de cookies, tornando possível armazenar dados temporários no navegador do usuário.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Essencial para funcionalidades como autenticação e sessões.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PromiseORM:</a:t>
            </a:r>
            <a:endParaRPr/>
          </a:p>
          <a:p>
            <a:pPr indent="-2863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Conector de banco de dados customizado, desenvolvido para facilitar a criação e manipulação de entradas e tabelas.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Utiliza Promises para operações assíncronas, facilitando a manipulação de dados no banco.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Simplifica a integração com o banco de dados e melhora a performance.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Criado por mim, disponível em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https://github.com/PromisePending/PromiseORM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>
            <p:ph type="title"/>
          </p:nvPr>
        </p:nvSpPr>
        <p:spPr>
          <a:xfrm>
            <a:off x="311700" y="22678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Prática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Prática</a:t>
            </a:r>
            <a:endParaRPr/>
          </a:p>
        </p:txBody>
      </p:sp>
      <p:sp>
        <p:nvSpPr>
          <p:cNvPr id="225" name="Google Shape;225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Baixe o código OficinaWeb do FTP para a Área de Trabalho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pt-BR"/>
              <a:t>Usuário: aluno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pt-BR"/>
              <a:t>Senha: 1234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Abra o VSCode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Abra o MySQL Workbench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OBRIGADO!</a:t>
            </a:r>
            <a:endParaRPr/>
          </a:p>
        </p:txBody>
      </p:sp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 siga nas redes!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Github -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https://github.com/LoboMetalurgico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Linkedin -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https://www.linkedin.com/in/hugoheger/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Instagram - </a:t>
            </a:r>
            <a:r>
              <a:rPr lang="pt-BR" u="sng">
                <a:solidFill>
                  <a:schemeClr val="hlink"/>
                </a:solidFill>
                <a:hlinkClick r:id="rId5"/>
              </a:rPr>
              <a:t>https://www.instagram.com/hugoheger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77925" y="3075750"/>
            <a:ext cx="1978250" cy="19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0"/>
          <p:cNvSpPr txBox="1"/>
          <p:nvPr/>
        </p:nvSpPr>
        <p:spPr>
          <a:xfrm>
            <a:off x="7054850" y="2571750"/>
            <a:ext cx="2024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MATERIAL USADO: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